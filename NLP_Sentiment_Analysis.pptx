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9" r:id="rId4"/>
    <p:sldId id="270" r:id="rId5"/>
    <p:sldId id="259" r:id="rId6"/>
    <p:sldId id="260" r:id="rId7"/>
    <p:sldId id="274" r:id="rId8"/>
    <p:sldId id="261" r:id="rId9"/>
    <p:sldId id="262" r:id="rId10"/>
    <p:sldId id="263" r:id="rId11"/>
    <p:sldId id="272" r:id="rId12"/>
    <p:sldId id="265" r:id="rId13"/>
    <p:sldId id="266" r:id="rId14"/>
    <p:sldId id="273" r:id="rId15"/>
    <p:sldId id="271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CDA10-73A6-4995-8A60-BD7573B8DEE5}" v="49" dt="2026-04-09T14:38:35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8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Hanumanthu" userId="457b36a3d4b1cbcc" providerId="LiveId" clId="{047FF02C-B1F6-4D19-8034-CEBE9CA6D898}"/>
    <pc:docChg chg="undo redo custSel addSld delSld modSld sldOrd">
      <pc:chgData name="Mohith Hanumanthu" userId="457b36a3d4b1cbcc" providerId="LiveId" clId="{047FF02C-B1F6-4D19-8034-CEBE9CA6D898}" dt="2026-04-09T14:40:53.637" v="493" actId="14100"/>
      <pc:docMkLst>
        <pc:docMk/>
      </pc:docMkLst>
      <pc:sldChg chg="delSp modSp mod">
        <pc:chgData name="Mohith Hanumanthu" userId="457b36a3d4b1cbcc" providerId="LiveId" clId="{047FF02C-B1F6-4D19-8034-CEBE9CA6D898}" dt="2026-04-06T13:02:09.721" v="20" actId="478"/>
        <pc:sldMkLst>
          <pc:docMk/>
          <pc:sldMk cId="0" sldId="256"/>
        </pc:sldMkLst>
        <pc:spChg chg="mod">
          <ac:chgData name="Mohith Hanumanthu" userId="457b36a3d4b1cbcc" providerId="LiveId" clId="{047FF02C-B1F6-4D19-8034-CEBE9CA6D898}" dt="2026-04-06T13:01:52.246" v="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6T13:01:57.396" v="11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 del mod">
        <pc:chgData name="Mohith Hanumanthu" userId="457b36a3d4b1cbcc" providerId="LiveId" clId="{047FF02C-B1F6-4D19-8034-CEBE9CA6D898}" dt="2026-04-09T07:07:14.759" v="165" actId="47"/>
        <pc:sldMkLst>
          <pc:docMk/>
          <pc:sldMk cId="0" sldId="257"/>
        </pc:sldMkLst>
        <pc:spChg chg="mod">
          <ac:chgData name="Mohith Hanumanthu" userId="457b36a3d4b1cbcc" providerId="LiveId" clId="{047FF02C-B1F6-4D19-8034-CEBE9CA6D898}" dt="2026-04-08T05:50:19.870" v="164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">
        <pc:chgData name="Mohith Hanumanthu" userId="457b36a3d4b1cbcc" providerId="LiveId" clId="{047FF02C-B1F6-4D19-8034-CEBE9CA6D898}" dt="2026-04-09T14:17:02.072" v="249" actId="2696"/>
        <pc:sldMkLst>
          <pc:docMk/>
          <pc:sldMk cId="0" sldId="258"/>
        </pc:sldMkLst>
      </pc:sldChg>
      <pc:sldChg chg="modSp add del mod ord setBg">
        <pc:chgData name="Mohith Hanumanthu" userId="457b36a3d4b1cbcc" providerId="LiveId" clId="{047FF02C-B1F6-4D19-8034-CEBE9CA6D898}" dt="2026-04-09T14:24:14.151" v="286"/>
        <pc:sldMkLst>
          <pc:docMk/>
          <pc:sldMk cId="0" sldId="259"/>
        </pc:sldMkLst>
        <pc:spChg chg="mod">
          <ac:chgData name="Mohith Hanumanthu" userId="457b36a3d4b1cbcc" providerId="LiveId" clId="{047FF02C-B1F6-4D19-8034-CEBE9CA6D898}" dt="2026-04-09T14:16:14.235" v="245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4:16:28.966" v="246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4:16:48.875" v="248" actId="2711"/>
          <ac:spMkLst>
            <pc:docMk/>
            <pc:sldMk cId="0" sldId="259"/>
            <ac:spMk id="54" creationId="{00000000-0000-0000-0000-000000000000}"/>
          </ac:spMkLst>
        </pc:spChg>
      </pc:sldChg>
      <pc:sldChg chg="modSp add del mod ord setBg">
        <pc:chgData name="Mohith Hanumanthu" userId="457b36a3d4b1cbcc" providerId="LiveId" clId="{047FF02C-B1F6-4D19-8034-CEBE9CA6D898}" dt="2026-04-09T14:27:42.945" v="302" actId="2711"/>
        <pc:sldMkLst>
          <pc:docMk/>
          <pc:sldMk cId="0" sldId="260"/>
        </pc:sldMkLst>
        <pc:spChg chg="mod">
          <ac:chgData name="Mohith Hanumanthu" userId="457b36a3d4b1cbcc" providerId="LiveId" clId="{047FF02C-B1F6-4D19-8034-CEBE9CA6D898}" dt="2026-04-09T14:27:42.945" v="302" actId="2711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ohith Hanumanthu" userId="457b36a3d4b1cbcc" providerId="LiveId" clId="{047FF02C-B1F6-4D19-8034-CEBE9CA6D898}" dt="2026-04-09T14:29:36.619" v="306"/>
        <pc:sldMkLst>
          <pc:docMk/>
          <pc:sldMk cId="0" sldId="261"/>
        </pc:sldMkLst>
        <pc:spChg chg="mod">
          <ac:chgData name="Mohith Hanumanthu" userId="457b36a3d4b1cbcc" providerId="LiveId" clId="{047FF02C-B1F6-4D19-8034-CEBE9CA6D898}" dt="2026-04-09T14:29:36.619" v="306"/>
          <ac:spMkLst>
            <pc:docMk/>
            <pc:sldMk cId="0" sldId="261"/>
            <ac:spMk id="8" creationId="{00000000-0000-0000-0000-000000000000}"/>
          </ac:spMkLst>
        </pc:spChg>
      </pc:sldChg>
      <pc:sldChg chg="modSp add del mod ord setBg">
        <pc:chgData name="Mohith Hanumanthu" userId="457b36a3d4b1cbcc" providerId="LiveId" clId="{047FF02C-B1F6-4D19-8034-CEBE9CA6D898}" dt="2026-04-09T14:36:01.751" v="315" actId="2711"/>
        <pc:sldMkLst>
          <pc:docMk/>
          <pc:sldMk cId="0" sldId="263"/>
        </pc:sldMkLst>
        <pc:spChg chg="mod">
          <ac:chgData name="Mohith Hanumanthu" userId="457b36a3d4b1cbcc" providerId="LiveId" clId="{047FF02C-B1F6-4D19-8034-CEBE9CA6D898}" dt="2026-04-09T14:35:53.860" v="314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4:36:01.751" v="315" actId="2711"/>
          <ac:spMkLst>
            <pc:docMk/>
            <pc:sldMk cId="0" sldId="263"/>
            <ac:spMk id="5" creationId="{00000000-0000-0000-0000-000000000000}"/>
          </ac:spMkLst>
        </pc:spChg>
      </pc:sldChg>
      <pc:sldChg chg="delSp modSp mod setBg">
        <pc:chgData name="Mohith Hanumanthu" userId="457b36a3d4b1cbcc" providerId="LiveId" clId="{047FF02C-B1F6-4D19-8034-CEBE9CA6D898}" dt="2026-04-09T14:40:53.637" v="493" actId="14100"/>
        <pc:sldMkLst>
          <pc:docMk/>
          <pc:sldMk cId="0" sldId="266"/>
        </pc:sldMkLst>
        <pc:spChg chg="mod">
          <ac:chgData name="Mohith Hanumanthu" userId="457b36a3d4b1cbcc" providerId="LiveId" clId="{047FF02C-B1F6-4D19-8034-CEBE9CA6D898}" dt="2026-04-09T10:29:27.572" v="225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4:40:53.637" v="493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4:40:44.180" v="492" actId="14100"/>
          <ac:spMkLst>
            <pc:docMk/>
            <pc:sldMk cId="0" sldId="266"/>
            <ac:spMk id="7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1.352" v="170" actId="478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Mohith Hanumanthu" userId="457b36a3d4b1cbcc" providerId="LiveId" clId="{047FF02C-B1F6-4D19-8034-CEBE9CA6D898}" dt="2026-04-09T10:28:55.800" v="172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8.816" v="177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7.887" v="175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6.835" v="173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7.383" v="174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8.439" v="176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8:59.565" v="178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1.231" v="181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0.216" v="179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2.252" v="183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1.725" v="182" actId="47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0.762" v="180" actId="478"/>
          <ac:spMkLst>
            <pc:docMk/>
            <pc:sldMk cId="0" sldId="266"/>
            <ac:spMk id="20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2.817" v="184" actId="478"/>
          <ac:spMkLst>
            <pc:docMk/>
            <pc:sldMk cId="0" sldId="266"/>
            <ac:spMk id="21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5.186" v="187" actId="478"/>
          <ac:spMkLst>
            <pc:docMk/>
            <pc:sldMk cId="0" sldId="266"/>
            <ac:spMk id="22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4.037" v="186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3.511" v="185" actId="478"/>
          <ac:spMkLst>
            <pc:docMk/>
            <pc:sldMk cId="0" sldId="266"/>
            <ac:spMk id="24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6.716" v="189" actId="478"/>
          <ac:spMkLst>
            <pc:docMk/>
            <pc:sldMk cId="0" sldId="266"/>
            <ac:spMk id="25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5.851" v="188" actId="478"/>
          <ac:spMkLst>
            <pc:docMk/>
            <pc:sldMk cId="0" sldId="266"/>
            <ac:spMk id="26" creationId="{00000000-0000-0000-0000-000000000000}"/>
          </ac:spMkLst>
        </pc:spChg>
        <pc:spChg chg="del">
          <ac:chgData name="Mohith Hanumanthu" userId="457b36a3d4b1cbcc" providerId="LiveId" clId="{047FF02C-B1F6-4D19-8034-CEBE9CA6D898}" dt="2026-04-09T10:29:07.490" v="190" actId="478"/>
          <ac:spMkLst>
            <pc:docMk/>
            <pc:sldMk cId="0" sldId="266"/>
            <ac:spMk id="27" creationId="{00000000-0000-0000-0000-000000000000}"/>
          </ac:spMkLst>
        </pc:spChg>
      </pc:sldChg>
      <pc:sldChg chg="modSp add mod ord setBg">
        <pc:chgData name="Mohith Hanumanthu" userId="457b36a3d4b1cbcc" providerId="LiveId" clId="{047FF02C-B1F6-4D19-8034-CEBE9CA6D898}" dt="2026-04-09T14:25:08.641" v="301" actId="20577"/>
        <pc:sldMkLst>
          <pc:docMk/>
          <pc:sldMk cId="2698579528" sldId="267"/>
        </pc:sldMkLst>
        <pc:spChg chg="mod">
          <ac:chgData name="Mohith Hanumanthu" userId="457b36a3d4b1cbcc" providerId="LiveId" clId="{047FF02C-B1F6-4D19-8034-CEBE9CA6D898}" dt="2026-04-09T14:25:08.641" v="301" actId="20577"/>
          <ac:spMkLst>
            <pc:docMk/>
            <pc:sldMk cId="2698579528" sldId="267"/>
            <ac:spMk id="2" creationId="{9E486E52-150B-7682-8B1A-F5A50F7DC665}"/>
          </ac:spMkLst>
        </pc:spChg>
      </pc:sldChg>
      <pc:sldChg chg="new del">
        <pc:chgData name="Mohith Hanumanthu" userId="457b36a3d4b1cbcc" providerId="LiveId" clId="{047FF02C-B1F6-4D19-8034-CEBE9CA6D898}" dt="2026-04-08T05:37:45.748" v="46" actId="47"/>
        <pc:sldMkLst>
          <pc:docMk/>
          <pc:sldMk cId="3403528861" sldId="267"/>
        </pc:sldMkLst>
      </pc:sldChg>
      <pc:sldChg chg="delSp modSp add mod">
        <pc:chgData name="Mohith Hanumanthu" userId="457b36a3d4b1cbcc" providerId="LiveId" clId="{047FF02C-B1F6-4D19-8034-CEBE9CA6D898}" dt="2026-04-08T05:39:09.464" v="134" actId="1076"/>
        <pc:sldMkLst>
          <pc:docMk/>
          <pc:sldMk cId="2166589307" sldId="268"/>
        </pc:sldMkLst>
        <pc:spChg chg="mod">
          <ac:chgData name="Mohith Hanumanthu" userId="457b36a3d4b1cbcc" providerId="LiveId" clId="{047FF02C-B1F6-4D19-8034-CEBE9CA6D898}" dt="2026-04-08T05:39:09.464" v="134" actId="1076"/>
          <ac:spMkLst>
            <pc:docMk/>
            <pc:sldMk cId="2166589307" sldId="268"/>
            <ac:spMk id="4" creationId="{69A1931B-1939-B0A8-1682-75AB1236370F}"/>
          </ac:spMkLst>
        </pc:spChg>
        <pc:spChg chg="del">
          <ac:chgData name="Mohith Hanumanthu" userId="457b36a3d4b1cbcc" providerId="LiveId" clId="{047FF02C-B1F6-4D19-8034-CEBE9CA6D898}" dt="2026-04-08T05:38:15.904" v="106" actId="478"/>
          <ac:spMkLst>
            <pc:docMk/>
            <pc:sldMk cId="2166589307" sldId="268"/>
            <ac:spMk id="5" creationId="{656C8DF7-96E9-9D30-F643-E64649BD5800}"/>
          </ac:spMkLst>
        </pc:spChg>
        <pc:spChg chg="del">
          <ac:chgData name="Mohith Hanumanthu" userId="457b36a3d4b1cbcc" providerId="LiveId" clId="{047FF02C-B1F6-4D19-8034-CEBE9CA6D898}" dt="2026-04-08T05:38:18.951" v="108" actId="478"/>
          <ac:spMkLst>
            <pc:docMk/>
            <pc:sldMk cId="2166589307" sldId="268"/>
            <ac:spMk id="6" creationId="{AF21B784-ECFA-969D-0C07-26F22E47E0FE}"/>
          </ac:spMkLst>
        </pc:spChg>
        <pc:spChg chg="del mod">
          <ac:chgData name="Mohith Hanumanthu" userId="457b36a3d4b1cbcc" providerId="LiveId" clId="{047FF02C-B1F6-4D19-8034-CEBE9CA6D898}" dt="2026-04-08T05:38:18.328" v="107" actId="478"/>
          <ac:spMkLst>
            <pc:docMk/>
            <pc:sldMk cId="2166589307" sldId="268"/>
            <ac:spMk id="7" creationId="{914CB1E8-C829-9B52-AF13-06918397E87D}"/>
          </ac:spMkLst>
        </pc:spChg>
        <pc:spChg chg="del">
          <ac:chgData name="Mohith Hanumanthu" userId="457b36a3d4b1cbcc" providerId="LiveId" clId="{047FF02C-B1F6-4D19-8034-CEBE9CA6D898}" dt="2026-04-08T05:38:19.988" v="109" actId="478"/>
          <ac:spMkLst>
            <pc:docMk/>
            <pc:sldMk cId="2166589307" sldId="268"/>
            <ac:spMk id="8" creationId="{E1043685-4D4A-2C6F-6047-8F0BE768E119}"/>
          </ac:spMkLst>
        </pc:spChg>
        <pc:spChg chg="del">
          <ac:chgData name="Mohith Hanumanthu" userId="457b36a3d4b1cbcc" providerId="LiveId" clId="{047FF02C-B1F6-4D19-8034-CEBE9CA6D898}" dt="2026-04-08T05:38:20.641" v="110" actId="478"/>
          <ac:spMkLst>
            <pc:docMk/>
            <pc:sldMk cId="2166589307" sldId="268"/>
            <ac:spMk id="9" creationId="{74B4DA38-1ED5-D5E3-B918-5B6A37BC7435}"/>
          </ac:spMkLst>
        </pc:spChg>
        <pc:spChg chg="del">
          <ac:chgData name="Mohith Hanumanthu" userId="457b36a3d4b1cbcc" providerId="LiveId" clId="{047FF02C-B1F6-4D19-8034-CEBE9CA6D898}" dt="2026-04-08T05:38:21.305" v="111" actId="478"/>
          <ac:spMkLst>
            <pc:docMk/>
            <pc:sldMk cId="2166589307" sldId="268"/>
            <ac:spMk id="10" creationId="{7E6A55A9-B42A-30E4-8493-D469A030E0F5}"/>
          </ac:spMkLst>
        </pc:spChg>
        <pc:spChg chg="del">
          <ac:chgData name="Mohith Hanumanthu" userId="457b36a3d4b1cbcc" providerId="LiveId" clId="{047FF02C-B1F6-4D19-8034-CEBE9CA6D898}" dt="2026-04-08T05:38:27.568" v="120" actId="478"/>
          <ac:spMkLst>
            <pc:docMk/>
            <pc:sldMk cId="2166589307" sldId="268"/>
            <ac:spMk id="11" creationId="{31D548FC-DDB6-7EAC-F934-AD8B761C4E01}"/>
          </ac:spMkLst>
        </pc:spChg>
        <pc:spChg chg="del">
          <ac:chgData name="Mohith Hanumanthu" userId="457b36a3d4b1cbcc" providerId="LiveId" clId="{047FF02C-B1F6-4D19-8034-CEBE9CA6D898}" dt="2026-04-08T05:38:24.041" v="115" actId="478"/>
          <ac:spMkLst>
            <pc:docMk/>
            <pc:sldMk cId="2166589307" sldId="268"/>
            <ac:spMk id="12" creationId="{377407FE-0E48-A1EE-CE98-B5320E49BA3D}"/>
          </ac:spMkLst>
        </pc:spChg>
        <pc:spChg chg="del">
          <ac:chgData name="Mohith Hanumanthu" userId="457b36a3d4b1cbcc" providerId="LiveId" clId="{047FF02C-B1F6-4D19-8034-CEBE9CA6D898}" dt="2026-04-08T05:38:28.210" v="121" actId="478"/>
          <ac:spMkLst>
            <pc:docMk/>
            <pc:sldMk cId="2166589307" sldId="268"/>
            <ac:spMk id="13" creationId="{AEE48E88-B1AD-A25B-77C2-9D43C4CEFB83}"/>
          </ac:spMkLst>
        </pc:spChg>
        <pc:spChg chg="del">
          <ac:chgData name="Mohith Hanumanthu" userId="457b36a3d4b1cbcc" providerId="LiveId" clId="{047FF02C-B1F6-4D19-8034-CEBE9CA6D898}" dt="2026-04-08T05:38:21.942" v="112" actId="478"/>
          <ac:spMkLst>
            <pc:docMk/>
            <pc:sldMk cId="2166589307" sldId="268"/>
            <ac:spMk id="14" creationId="{CCF780F6-5DA9-EF56-0462-DF1D506E25F5}"/>
          </ac:spMkLst>
        </pc:spChg>
        <pc:spChg chg="del">
          <ac:chgData name="Mohith Hanumanthu" userId="457b36a3d4b1cbcc" providerId="LiveId" clId="{047FF02C-B1F6-4D19-8034-CEBE9CA6D898}" dt="2026-04-08T05:38:23.315" v="114" actId="478"/>
          <ac:spMkLst>
            <pc:docMk/>
            <pc:sldMk cId="2166589307" sldId="268"/>
            <ac:spMk id="15" creationId="{5971D66E-A3E4-6B79-BE2B-9B9F13D4D4F8}"/>
          </ac:spMkLst>
        </pc:spChg>
        <pc:spChg chg="del">
          <ac:chgData name="Mohith Hanumanthu" userId="457b36a3d4b1cbcc" providerId="LiveId" clId="{047FF02C-B1F6-4D19-8034-CEBE9CA6D898}" dt="2026-04-08T05:38:28.744" v="122" actId="478"/>
          <ac:spMkLst>
            <pc:docMk/>
            <pc:sldMk cId="2166589307" sldId="268"/>
            <ac:spMk id="16" creationId="{9DD84DCD-88EE-8F4F-5123-5C21A1A4DB1B}"/>
          </ac:spMkLst>
        </pc:spChg>
        <pc:spChg chg="del">
          <ac:chgData name="Mohith Hanumanthu" userId="457b36a3d4b1cbcc" providerId="LiveId" clId="{047FF02C-B1F6-4D19-8034-CEBE9CA6D898}" dt="2026-04-08T05:38:22.663" v="113" actId="478"/>
          <ac:spMkLst>
            <pc:docMk/>
            <pc:sldMk cId="2166589307" sldId="268"/>
            <ac:spMk id="17" creationId="{51739426-E599-BAC7-21D3-9C7CA9AF57EC}"/>
          </ac:spMkLst>
        </pc:spChg>
        <pc:spChg chg="del">
          <ac:chgData name="Mohith Hanumanthu" userId="457b36a3d4b1cbcc" providerId="LiveId" clId="{047FF02C-B1F6-4D19-8034-CEBE9CA6D898}" dt="2026-04-08T05:38:24.773" v="116" actId="478"/>
          <ac:spMkLst>
            <pc:docMk/>
            <pc:sldMk cId="2166589307" sldId="268"/>
            <ac:spMk id="18" creationId="{49594F5B-CE47-4CD9-4B22-0BE313A02D76}"/>
          </ac:spMkLst>
        </pc:spChg>
        <pc:spChg chg="del">
          <ac:chgData name="Mohith Hanumanthu" userId="457b36a3d4b1cbcc" providerId="LiveId" clId="{047FF02C-B1F6-4D19-8034-CEBE9CA6D898}" dt="2026-04-08T05:38:30.086" v="124" actId="478"/>
          <ac:spMkLst>
            <pc:docMk/>
            <pc:sldMk cId="2166589307" sldId="268"/>
            <ac:spMk id="19" creationId="{4918D7C8-24E9-2C44-72A7-4F2B45820021}"/>
          </ac:spMkLst>
        </pc:spChg>
        <pc:spChg chg="del">
          <ac:chgData name="Mohith Hanumanthu" userId="457b36a3d4b1cbcc" providerId="LiveId" clId="{047FF02C-B1F6-4D19-8034-CEBE9CA6D898}" dt="2026-04-08T05:38:29.374" v="123" actId="478"/>
          <ac:spMkLst>
            <pc:docMk/>
            <pc:sldMk cId="2166589307" sldId="268"/>
            <ac:spMk id="20" creationId="{8C1CD194-47B6-EC6C-8D60-E55F2DDF012C}"/>
          </ac:spMkLst>
        </pc:spChg>
        <pc:spChg chg="del">
          <ac:chgData name="Mohith Hanumanthu" userId="457b36a3d4b1cbcc" providerId="LiveId" clId="{047FF02C-B1F6-4D19-8034-CEBE9CA6D898}" dt="2026-04-08T05:38:25.361" v="117" actId="478"/>
          <ac:spMkLst>
            <pc:docMk/>
            <pc:sldMk cId="2166589307" sldId="268"/>
            <ac:spMk id="21" creationId="{8438F8FD-BA69-EF85-860C-E0D1DF062E5D}"/>
          </ac:spMkLst>
        </pc:spChg>
        <pc:spChg chg="del">
          <ac:chgData name="Mohith Hanumanthu" userId="457b36a3d4b1cbcc" providerId="LiveId" clId="{047FF02C-B1F6-4D19-8034-CEBE9CA6D898}" dt="2026-04-08T05:38:30.670" v="125" actId="478"/>
          <ac:spMkLst>
            <pc:docMk/>
            <pc:sldMk cId="2166589307" sldId="268"/>
            <ac:spMk id="22" creationId="{D0268B47-2CC0-D332-A1EF-DCDD3F2EBB00}"/>
          </ac:spMkLst>
        </pc:spChg>
        <pc:spChg chg="del">
          <ac:chgData name="Mohith Hanumanthu" userId="457b36a3d4b1cbcc" providerId="LiveId" clId="{047FF02C-B1F6-4D19-8034-CEBE9CA6D898}" dt="2026-04-08T05:38:31.362" v="126" actId="478"/>
          <ac:spMkLst>
            <pc:docMk/>
            <pc:sldMk cId="2166589307" sldId="268"/>
            <ac:spMk id="23" creationId="{A49DB4B7-2AFA-84FF-C553-E1F76F181D91}"/>
          </ac:spMkLst>
        </pc:spChg>
        <pc:spChg chg="del">
          <ac:chgData name="Mohith Hanumanthu" userId="457b36a3d4b1cbcc" providerId="LiveId" clId="{047FF02C-B1F6-4D19-8034-CEBE9CA6D898}" dt="2026-04-08T05:38:25.996" v="118" actId="478"/>
          <ac:spMkLst>
            <pc:docMk/>
            <pc:sldMk cId="2166589307" sldId="268"/>
            <ac:spMk id="24" creationId="{D67BA4FB-9055-71C6-BFFE-D7554E1FFAC3}"/>
          </ac:spMkLst>
        </pc:spChg>
        <pc:spChg chg="del">
          <ac:chgData name="Mohith Hanumanthu" userId="457b36a3d4b1cbcc" providerId="LiveId" clId="{047FF02C-B1F6-4D19-8034-CEBE9CA6D898}" dt="2026-04-08T05:38:31.955" v="127" actId="478"/>
          <ac:spMkLst>
            <pc:docMk/>
            <pc:sldMk cId="2166589307" sldId="268"/>
            <ac:spMk id="25" creationId="{2202ED2C-CF7A-CF32-C1F9-F998A14054B4}"/>
          </ac:spMkLst>
        </pc:spChg>
        <pc:spChg chg="del">
          <ac:chgData name="Mohith Hanumanthu" userId="457b36a3d4b1cbcc" providerId="LiveId" clId="{047FF02C-B1F6-4D19-8034-CEBE9CA6D898}" dt="2026-04-08T05:38:32.778" v="128" actId="478"/>
          <ac:spMkLst>
            <pc:docMk/>
            <pc:sldMk cId="2166589307" sldId="268"/>
            <ac:spMk id="26" creationId="{46B48096-4306-5259-65E0-8B9B11C13D48}"/>
          </ac:spMkLst>
        </pc:spChg>
        <pc:spChg chg="del">
          <ac:chgData name="Mohith Hanumanthu" userId="457b36a3d4b1cbcc" providerId="LiveId" clId="{047FF02C-B1F6-4D19-8034-CEBE9CA6D898}" dt="2026-04-08T05:38:26.639" v="119" actId="478"/>
          <ac:spMkLst>
            <pc:docMk/>
            <pc:sldMk cId="2166589307" sldId="268"/>
            <ac:spMk id="27" creationId="{6D684069-E779-AFBA-B91D-CB3984191778}"/>
          </ac:spMkLst>
        </pc:spChg>
      </pc:sldChg>
      <pc:sldChg chg="modSp add mod ord setBg">
        <pc:chgData name="Mohith Hanumanthu" userId="457b36a3d4b1cbcc" providerId="LiveId" clId="{047FF02C-B1F6-4D19-8034-CEBE9CA6D898}" dt="2026-04-09T14:24:26.920" v="288"/>
        <pc:sldMkLst>
          <pc:docMk/>
          <pc:sldMk cId="0" sldId="269"/>
        </pc:sldMkLst>
        <pc:spChg chg="mod">
          <ac:chgData name="Mohith Hanumanthu" userId="457b36a3d4b1cbcc" providerId="LiveId" clId="{047FF02C-B1F6-4D19-8034-CEBE9CA6D898}" dt="2026-04-09T10:32:05.391" v="237" actId="2711"/>
          <ac:spMkLst>
            <pc:docMk/>
            <pc:sldMk cId="0" sldId="269"/>
            <ac:spMk id="4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0:32:45.098" v="239" actId="2711"/>
          <ac:spMkLst>
            <pc:docMk/>
            <pc:sldMk cId="0" sldId="269"/>
            <ac:spMk id="5" creationId="{00000000-0000-0000-0000-000000000000}"/>
          </ac:spMkLst>
        </pc:spChg>
        <pc:spChg chg="mod">
          <ac:chgData name="Mohith Hanumanthu" userId="457b36a3d4b1cbcc" providerId="LiveId" clId="{047FF02C-B1F6-4D19-8034-CEBE9CA6D898}" dt="2026-04-09T10:32:53.886" v="240" actId="2711"/>
          <ac:spMkLst>
            <pc:docMk/>
            <pc:sldMk cId="0" sldId="269"/>
            <ac:spMk id="6" creationId="{00000000-0000-0000-0000-000000000000}"/>
          </ac:spMkLst>
        </pc:spChg>
      </pc:sldChg>
      <pc:sldChg chg="modSp add mod ord setBg">
        <pc:chgData name="Mohith Hanumanthu" userId="457b36a3d4b1cbcc" providerId="LiveId" clId="{047FF02C-B1F6-4D19-8034-CEBE9CA6D898}" dt="2026-04-09T14:24:22.950" v="287"/>
        <pc:sldMkLst>
          <pc:docMk/>
          <pc:sldMk cId="0" sldId="270"/>
        </pc:sldMkLst>
        <pc:spChg chg="mod">
          <ac:chgData name="Mohith Hanumanthu" userId="457b36a3d4b1cbcc" providerId="LiveId" clId="{047FF02C-B1F6-4D19-8034-CEBE9CA6D898}" dt="2026-04-09T10:33:13.463" v="241" actId="2711"/>
          <ac:spMkLst>
            <pc:docMk/>
            <pc:sldMk cId="0" sldId="270"/>
            <ac:spMk id="4" creationId="{00000000-0000-0000-0000-000000000000}"/>
          </ac:spMkLst>
        </pc:spChg>
      </pc:sldChg>
      <pc:sldChg chg="add del ord setBg">
        <pc:chgData name="Mohith Hanumanthu" userId="457b36a3d4b1cbcc" providerId="LiveId" clId="{047FF02C-B1F6-4D19-8034-CEBE9CA6D898}" dt="2026-04-09T14:23:26.787" v="277"/>
        <pc:sldMkLst>
          <pc:docMk/>
          <pc:sldMk cId="0" sldId="271"/>
        </pc:sldMkLst>
      </pc:sldChg>
      <pc:sldChg chg="addSp delSp modSp new mod setBg">
        <pc:chgData name="Mohith Hanumanthu" userId="457b36a3d4b1cbcc" providerId="LiveId" clId="{047FF02C-B1F6-4D19-8034-CEBE9CA6D898}" dt="2026-04-09T14:40:15.956" v="491" actId="20577"/>
        <pc:sldMkLst>
          <pc:docMk/>
          <pc:sldMk cId="693788001" sldId="272"/>
        </pc:sldMkLst>
        <pc:spChg chg="add mod">
          <ac:chgData name="Mohith Hanumanthu" userId="457b36a3d4b1cbcc" providerId="LiveId" clId="{047FF02C-B1F6-4D19-8034-CEBE9CA6D898}" dt="2026-04-09T14:40:15.956" v="491" actId="20577"/>
          <ac:spMkLst>
            <pc:docMk/>
            <pc:sldMk cId="693788001" sldId="272"/>
            <ac:spMk id="2" creationId="{95FCFF86-FF30-2DB4-4D69-34693129D539}"/>
          </ac:spMkLst>
        </pc:spChg>
        <pc:spChg chg="add del mod">
          <ac:chgData name="Mohith Hanumanthu" userId="457b36a3d4b1cbcc" providerId="LiveId" clId="{047FF02C-B1F6-4D19-8034-CEBE9CA6D898}" dt="2026-04-09T14:38:58.010" v="336" actId="478"/>
          <ac:spMkLst>
            <pc:docMk/>
            <pc:sldMk cId="693788001" sldId="272"/>
            <ac:spMk id="9" creationId="{4A7A5675-73AE-C65F-4A4E-D735F3B8CB37}"/>
          </ac:spMkLst>
        </pc:spChg>
        <pc:picChg chg="add del">
          <ac:chgData name="Mohith Hanumanthu" userId="457b36a3d4b1cbcc" providerId="LiveId" clId="{047FF02C-B1F6-4D19-8034-CEBE9CA6D898}" dt="2026-04-09T14:37:42.945" v="320" actId="478"/>
          <ac:picMkLst>
            <pc:docMk/>
            <pc:sldMk cId="693788001" sldId="272"/>
            <ac:picMk id="4" creationId="{AED48012-8FBF-5095-2019-11B2FC59B0B3}"/>
          </ac:picMkLst>
        </pc:picChg>
        <pc:picChg chg="add del">
          <ac:chgData name="Mohith Hanumanthu" userId="457b36a3d4b1cbcc" providerId="LiveId" clId="{047FF02C-B1F6-4D19-8034-CEBE9CA6D898}" dt="2026-04-09T14:37:49.467" v="322" actId="478"/>
          <ac:picMkLst>
            <pc:docMk/>
            <pc:sldMk cId="693788001" sldId="272"/>
            <ac:picMk id="6" creationId="{A8F1207C-8260-5341-61F8-9309DF76AF80}"/>
          </ac:picMkLst>
        </pc:picChg>
        <pc:picChg chg="add mod">
          <ac:chgData name="Mohith Hanumanthu" userId="457b36a3d4b1cbcc" providerId="LiveId" clId="{047FF02C-B1F6-4D19-8034-CEBE9CA6D898}" dt="2026-04-09T14:39:48.782" v="472" actId="1076"/>
          <ac:picMkLst>
            <pc:docMk/>
            <pc:sldMk cId="693788001" sldId="272"/>
            <ac:picMk id="8" creationId="{425FAA6A-D919-0381-C091-22FFE408A7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084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E36C-6E76-626B-CB01-F7CE2B96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C03BF-BEC4-1E33-5862-93B48E8A3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6102F-EA0D-B736-9D96-8AAE5BBCD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1376F-036B-D934-D1EE-C1D1867BC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5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3774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Customer Insights from Product Reviews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3931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|  Machine Learning  |  Text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486E52-150B-7682-8B1A-F5A50F7DC66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latin typeface="Georgia" panose="02040502050405020303" pitchFamily="18" charset="0"/>
              </a:rPr>
              <a:t>   Group Details :</a:t>
            </a:r>
          </a:p>
          <a:p>
            <a:endParaRPr lang="en-US" sz="28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lang="en-US" b="1" i="1" u="sng" dirty="0">
                <a:solidFill>
                  <a:srgbClr val="002060"/>
                </a:solidFill>
                <a:latin typeface="Georgia" panose="02040502050405020303" pitchFamily="18" charset="0"/>
              </a:rPr>
              <a:t>Group number: 5</a:t>
            </a:r>
          </a:p>
          <a:p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Team members :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1) Mohamed Kumail Abbas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2) H. Mohith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3) Shaima Samad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4) Janhawi Sharma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5) Abhishek Patil</a:t>
            </a:r>
          </a:p>
          <a:p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6) Praveen Singh Thakur</a:t>
            </a:r>
          </a:p>
          <a:p>
            <a:endParaRPr lang="en-US" altLang="en-US" sz="16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altLang="en-US" sz="1600" b="1" dirty="0">
                <a:solidFill>
                  <a:srgbClr val="002060"/>
                </a:solidFill>
                <a:latin typeface="Georgia" panose="02040502050405020303" pitchFamily="18" charset="0"/>
              </a:rPr>
              <a:t>Project Co-Ordinator: </a:t>
            </a: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</a:rPr>
              <a:t>Nagesh Agrawal</a:t>
            </a:r>
          </a:p>
          <a:p>
            <a:endParaRPr lang="en-US" sz="2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57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What are we solving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8430768" cy="3560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Customer reviews on e-commerce platforms like Amazon contain rich, unstructured opinions about products. Reading thousands of reviews manually is not scalable. This project automates that process using NLP</a:t>
            </a:r>
            <a:r>
              <a:rPr lang="en-US" sz="1400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b="1" dirty="0">
              <a:solidFill>
                <a:srgbClr val="002060"/>
              </a:solidFill>
              <a:latin typeface="Georgia" panose="020405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Extract customer sentiment from Amazon reviews of Samsung M12 using NLP techniques.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Identify recurring themes in feedback (camera, performance, battery, </a:t>
            </a:r>
            <a:r>
              <a:rPr lang="en-US" altLang="en-US" sz="1600" dirty="0" err="1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) to highlight strengths and weaknesses.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rgbClr val="002060"/>
              </a:solidFill>
              <a:latin typeface="Georgia" panose="020405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Provide actionable insights through deployment (</a:t>
            </a:r>
            <a:r>
              <a:rPr lang="en-US" altLang="en-US" sz="1600" dirty="0" err="1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/Flask/</a:t>
            </a:r>
            <a:r>
              <a:rPr lang="en-US" altLang="en-US" sz="1600" dirty="0" err="1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RShiny</a:t>
            </a:r>
            <a:r>
              <a:rPr lang="en-US" altLang="en-US" sz="1600" dirty="0">
                <a:solidFill>
                  <a:srgbClr val="002060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) for product improvement and marketing strategies.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rgbClr val="002060"/>
              </a:solidFill>
              <a:latin typeface="Georgia" panose="020405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2060"/>
              </a:solidFill>
              <a:latin typeface="Georgia" panose="02040502050405020303" pitchFamily="18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reviews (Amazon-style)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46504"/>
            <a:ext cx="3840480" cy="384048"/>
          </a:xfrm>
          <a:prstGeom prst="rect">
            <a:avLst/>
          </a:prstGeom>
          <a:solidFill>
            <a:srgbClr val="EEF3F9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4650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1680" y="17465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16712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Points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2167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3840480" cy="384048"/>
          </a:xfrm>
          <a:prstGeom prst="rect">
            <a:avLst/>
          </a:prstGeom>
          <a:solidFill>
            <a:srgbClr val="EEF3F9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5877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25877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rating, body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00837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0083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clean dataset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solidFill>
            <a:srgbClr val="EEF3F9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429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11680" y="3429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star (worst) to 5 stars (best)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49624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84962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Length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11680" y="384962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characters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270248"/>
            <a:ext cx="3840480" cy="384048"/>
          </a:xfrm>
          <a:prstGeom prst="rect">
            <a:avLst/>
          </a:prstGeom>
          <a:solidFill>
            <a:srgbClr val="EEF3F9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4270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Mean / Std Dev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11680" y="427024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  /  1.58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13258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Stars ★★★★★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37960" y="1435608"/>
            <a:ext cx="1645920" cy="25603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537960" y="1435608"/>
            <a:ext cx="1567365" cy="25603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0" y="132588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  (29.1%)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8745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Stars ★★★★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1984248"/>
            <a:ext cx="1645920" cy="25603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37960" y="1984248"/>
            <a:ext cx="1159625" cy="256032"/>
          </a:xfrm>
          <a:prstGeom prst="rect">
            <a:avLst/>
          </a:prstGeom>
          <a:solidFill>
            <a:srgbClr val="1A9E78"/>
          </a:solidFill>
          <a:ln w="12700">
            <a:solidFill>
              <a:srgbClr val="1A9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0" y="187452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 (21.5%)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423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 ★★★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37960" y="2532888"/>
            <a:ext cx="1645920" cy="25603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37960" y="2532888"/>
            <a:ext cx="744405" cy="256032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242316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 (13.8%)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29718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Stars ★★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37960" y="3081528"/>
            <a:ext cx="1645920" cy="25603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37960" y="3081528"/>
            <a:ext cx="471332" cy="256032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0" y="29718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 (8.8%)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35204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Star  ★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37960" y="3630168"/>
            <a:ext cx="1645920" cy="256032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37960" y="3630168"/>
            <a:ext cx="1443921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29600" y="35204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 (26.8%)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160520"/>
            <a:ext cx="4206240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92040" y="42062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well-spread across all star ratings with no missing values. 5-star (Positive) and 1-star (Negative) reviews dominate, which is typical of real e-commerce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What the data looks like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926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3258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Title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10058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9584" y="1325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21945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1325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(derived)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21031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12864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7335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67335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67335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167335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" y="16733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Horrible product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9584" y="16733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26864" y="16733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12864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Disappointed with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57400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0" y="2057400"/>
            <a:ext cx="10058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2057400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58000" y="2057400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" y="2057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quality is not like 48MP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9584" y="2057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26864" y="2057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12864" y="2057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below expectations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44144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0" y="2441448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2441448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24414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064" y="2441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(launch day purchase)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9584" y="2441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26864" y="2441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12864" y="24414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appreciated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2825496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74720" y="2825496"/>
            <a:ext cx="10058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0" y="2825496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8000" y="2825496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2064" y="282549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no from 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29584" y="28254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26864" y="2825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12864" y="2825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&amp; software issues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20954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474720" y="3209544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72000" y="3209544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58000" y="320954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2064" y="32095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money somewhere else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29584" y="32095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26864" y="3209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12864" y="3209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software, poor display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36667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Key Findings from EDA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" y="4133088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8368" y="40782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has 1,440 reviews with 3 columns (title, rating, body) — zero null values.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370832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58368" y="4315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were converted to sentiment labels: 4–5 → Positive (50.6%), 3 → Neutral (13.8%), 1–2 → Negative (35.6%).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57200" y="4608576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58368" y="4553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lengths ranges from 9 to 2,536 characters with an average of 333 characters.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4846320"/>
            <a:ext cx="118872" cy="1188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58368" y="47914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body were combined into a single 'review' column for NLP 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SENTIMENT LABELING &amp; TEXT PREPROCESSING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931920" cy="594360"/>
          </a:xfrm>
          <a:prstGeom prst="rect">
            <a:avLst/>
          </a:prstGeom>
          <a:solidFill>
            <a:srgbClr val="E8F8F2"/>
          </a:solidFill>
          <a:ln w="12700">
            <a:solidFill>
              <a:srgbClr val="0D7A5F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73152" cy="5943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4 –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1591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14630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  (50.6%)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3931920" cy="594360"/>
          </a:xfrm>
          <a:prstGeom prst="rect">
            <a:avLst/>
          </a:prstGeom>
          <a:solidFill>
            <a:srgbClr val="FEF9E7"/>
          </a:solidFill>
          <a:ln w="12700">
            <a:solidFill>
              <a:srgbClr val="B7770D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73152" cy="59436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2286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1579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 (13.8%)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93192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73152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 1 –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9809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28529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 (35.6%)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914400"/>
            <a:ext cx="36576" cy="347472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12984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1554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converted to lowercase for consistency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90195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Chars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0368" y="20848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punctuation and symbols stripped 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43230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23591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261518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split into individual word tokens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96265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28895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Removal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314553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words (is, the, and…) removed using NLTK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49300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0368" y="34198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36758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reduced to root form via Porter Stemmer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402336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4632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30368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420624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mapped to base dictionary form via WordNet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458200" cy="411480"/>
          </a:xfrm>
          <a:prstGeom prst="rect">
            <a:avLst/>
          </a:prstGeom>
          <a:solidFill>
            <a:srgbClr val="EEF6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preprocessing: tokens rejoined into clean sentences ready for TF-IDF vectorization and model training.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4B4C1-75B9-33D0-C3F5-06D2D359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0A38A1-8220-952E-77FD-EF1DC5386DB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Georgia" panose="02040502050405020303" pitchFamily="18" charset="0"/>
              </a:rPr>
              <a:t>  </a:t>
            </a:r>
          </a:p>
          <a:p>
            <a:r>
              <a:rPr lang="en-US" b="1" dirty="0">
                <a:solidFill>
                  <a:schemeClr val="bg1"/>
                </a:solidFill>
                <a:latin typeface="Georgia" panose="02040502050405020303" pitchFamily="18" charset="0"/>
              </a:rPr>
              <a:t>  Sentiment distribution  &amp; Text preprocessing                                   </a:t>
            </a:r>
          </a:p>
          <a:p>
            <a:r>
              <a:rPr lang="en-US" b="1" dirty="0">
                <a:solidFill>
                  <a:schemeClr val="bg1"/>
                </a:solidFill>
                <a:latin typeface="Georgia" panose="02040502050405020303" pitchFamily="18" charset="0"/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E5B674-8CBC-2EB1-656C-809D988DB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558" y="950685"/>
            <a:ext cx="4485618" cy="4105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7A4D59-A7F3-C427-2B07-12DC8C3AF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42" y="1136283"/>
            <a:ext cx="4022071" cy="39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7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VECTORIZATION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5212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521208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Vectorization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cannot process raw text. Text vectorization converts words into numbers. TF-IDF (Term Frequency – Inverse Document Frequency) it assigns higher weights to words that are meaningful in a review but rare across the entire dataset.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max_features = 5,000 top words selected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word importance per document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large vocabulary efficiently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383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Train–Test Split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15000" y="1600200"/>
            <a:ext cx="30175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 80%  →  1,152 samples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15000" y="2148840"/>
            <a:ext cx="30175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Set  20%  →  288 samples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703320"/>
            <a:ext cx="877824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Reviews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41605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55648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55648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0088" y="41605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91256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91256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Matrix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25696" y="41605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26864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26864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61304" y="41605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62472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62472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96912" y="416052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98080" y="4160520"/>
            <a:ext cx="12344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0" y="4160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BUILDING — 6 ALGORITHMS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10642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48840" y="11064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using sigmoid function. Supports multi-class via OvR. max_iter=200.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051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10642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11064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64408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classifier optimized for text counts. Fast and efficient for high-dimensional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51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110642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92440" y="11064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36208" y="150876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 to separate classes. LinearSVC used for speed on large text datasets.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" y="297180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48840" y="302666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48840" y="3026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92608" y="3429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trees. Handles non-linearity and is robust to overfitting.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297180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46120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02666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20640" y="3026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64408" y="3429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 ensemble minimizing loss iteratively. Strong performer on structured data.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92440" y="3026664"/>
            <a:ext cx="685800" cy="25603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92440" y="3026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Boosting+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36208" y="3429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gradient boosting with label encoding. Uses mlogloss for multiclass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Evaluation Metrics Used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7558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73152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9844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29844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percentage of reviews correctly classified out of all predictions. Primary comparison metric across 6 models.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38528"/>
            <a:ext cx="73152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385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(Weighted)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193852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Precision and Recall across all three classes. Especially useful because our classes are slightly imbalanced.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78608"/>
            <a:ext cx="73152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7860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57860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for all 6 models across all 3 sentiment classes. Shows the tradeoff between True Positive Rate and False Positive Rate.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64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30168"/>
            <a:ext cx="42062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6301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630168"/>
            <a:ext cx="1645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36301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3630168"/>
            <a:ext cx="15544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36301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38160" y="3630168"/>
            <a:ext cx="914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36301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922776"/>
            <a:ext cx="85039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2277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9227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9227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392277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503920" cy="219456"/>
          </a:xfrm>
          <a:prstGeom prst="rect">
            <a:avLst/>
          </a:prstGeom>
          <a:solidFill>
            <a:srgbClr val="EBF8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605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1605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416052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41605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Selected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398264"/>
            <a:ext cx="85039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982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3982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39826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636008"/>
            <a:ext cx="8503920" cy="219456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360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46360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63600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873752"/>
            <a:ext cx="85039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8737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48737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48737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61.0%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FCFF86-FF30-2DB4-4D69-34693129D539}"/>
              </a:ext>
            </a:extLst>
          </p:cNvPr>
          <p:cNvSpPr/>
          <p:nvPr/>
        </p:nvSpPr>
        <p:spPr>
          <a:xfrm>
            <a:off x="0" y="-1"/>
            <a:ext cx="9144000" cy="86835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                                                    </a:t>
            </a:r>
          </a:p>
          <a:p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                                             ROC CURVE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FAA6A-D919-0381-C091-22FFE408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03" y="1057263"/>
            <a:ext cx="5977584" cy="402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8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SELECTION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877824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8288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Selected Model: Logistic Regression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77.78%  |  F1 Score: 71.98%  |  Provides probability outputs  |  Deployment-ready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260604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3246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657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provides confidence scores per class, enabling richer UX in deployment (e.g., 85% Positive).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95728" y="260604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95728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87168" y="3246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3657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coefficients are easily interpretable. Stakeholders can understand which words drive each sentiment class.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260604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08576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00016" y="3246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3657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77.78% accuracy is competitive vs Gradient Boosting (80.2%) — a small gap justified by deployment advantages.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21424" y="2606040"/>
            <a:ext cx="2057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21424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12864" y="3246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Suitability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12864" y="3657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with Streamlit &amp; Flask. Pickled model + TF-IDF vectorizer can be loaded instantly for inference.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 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19" y="1005840"/>
            <a:ext cx="4497705" cy="3474720"/>
          </a:xfrm>
          <a:prstGeom prst="rect">
            <a:avLst/>
          </a:prstGeom>
          <a:solidFill>
            <a:srgbClr val="0F2C4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Plan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668940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saved via pickle (model.pkl)
• TF-IDF vectorizer saved (tfidf.pkl)
• Web app built with </a:t>
            </a:r>
            <a:r>
              <a:rPr lang="en-US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• User inputs review → real-time prediction
• Returns: Positive / Neutral / Negative
• Displays confidence probability score
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 Project  |  Natural Language Processing  | 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A82E7B-7228-8CED-8ACF-8A9A76542AA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     </a:t>
            </a:r>
          </a:p>
          <a:p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      Deployment 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D67690-8D22-3632-1B1F-A1F8A1E9A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6921"/>
            <a:ext cx="4228358" cy="23723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CB7629-6BE6-DD6D-54C5-AD1E90BD5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5" y="1070201"/>
            <a:ext cx="3966122" cy="37269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19F6C1-7B17-7AA9-2CD0-FB8D53D99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04408"/>
            <a:ext cx="4369486" cy="24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43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4754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 of Customer Reviews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1,440 real product reviews and structured them into a clean 3-column dataset.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EDA — understood rating distribution, review lengths, and sentiment imbalance.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2860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full 6-step NLP preprocessing pipeline: lowercase → clean → tokenize → stopwords → stem → lemmatize.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7432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text using TF-IDF (5,000 features) and split data 80/20 for training and testing.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6 machine learning models and evaluated using Accuracy, F1 Score, and ROC curves.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6576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achieved the highest accuracy (80.2%). Logistic Regression was selected for deployment.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41148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vectorizer saved as .pkl files and deployed as a real-time sentiment prediction web application.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6868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  |  Machine Learning  |  Text Classification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F0FF2-6485-4062-7C38-DEC9794C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2CC1EF-B173-131E-EAB8-8B23E31039C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84E5AC-2034-7100-981C-61F214D636A1}"/>
              </a:ext>
            </a:extLst>
          </p:cNvPr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9A1931B-1939-B0A8-1682-75AB1236370F}"/>
              </a:ext>
            </a:extLst>
          </p:cNvPr>
          <p:cNvSpPr/>
          <p:nvPr/>
        </p:nvSpPr>
        <p:spPr>
          <a:xfrm>
            <a:off x="-789896" y="194383"/>
            <a:ext cx="8229600" cy="4315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</a:rPr>
              <a:t>                         THANK YOU</a:t>
            </a:r>
            <a:endParaRPr lang="en-US" sz="4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781F472-5F93-63F2-C57A-966E91D7F1DD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E3C9B7B-3D15-09F7-B85D-96E1EAE248C1}"/>
              </a:ext>
            </a:extLst>
          </p:cNvPr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Analysis Project  |  Natural Language Processing  |  Machine Learning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6658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1238</Words>
  <Application>Microsoft Office PowerPoint</Application>
  <PresentationFormat>On-screen Show (16:9)</PresentationFormat>
  <Paragraphs>239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Sentiment Analysis - Customer Reviews</dc:title>
  <dc:subject>PptxGenJS Presentation</dc:subject>
  <dc:creator>NLP Project</dc:creator>
  <cp:lastModifiedBy>Mohith Hanumanthu</cp:lastModifiedBy>
  <cp:revision>10</cp:revision>
  <dcterms:created xsi:type="dcterms:W3CDTF">2026-04-06T10:41:29Z</dcterms:created>
  <dcterms:modified xsi:type="dcterms:W3CDTF">2026-04-10T08:54:54Z</dcterms:modified>
</cp:coreProperties>
</file>